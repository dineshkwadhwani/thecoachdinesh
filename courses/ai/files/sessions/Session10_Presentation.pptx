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Safety &amp;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Building Trustworthy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10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Why Safety Matters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Bias &amp; Fairness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Fairness Metrics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Red Teaming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Interpretability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Robustness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Real-World Failures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Best Practices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Alignment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Lab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Safety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Amazon: Hiring AI discriminated against women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Healthcare: Medical AI showed racial bias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YouTube: Recommendations radicalized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Uber: Self-driving car fatality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Cost of failure: Billions in legal/reputation damage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Bias &amp; Fairness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Data bias: Historical discrimination in training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Algorithmic bias: Proxy variables and disparate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Evaluation bias: Cherry-picking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Feedback loops: Bias amplifies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Fairness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Demographic parity: Equal acceptance rates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Equalized odds: Equal true positive rates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Predictive parity: Same confidence across groups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80% rule: Acceptance rate 80% for protected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Red Teaming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Deliberately break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Test edge cases: unusual inputs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Adversarial examples: crafted malicious inputs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Stress testing: extreme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Black box problem: Hard to explain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Feature importance: Which features matter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SHAP values: Game-theoretic attribution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Transparency: Show reasoning to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Handle out-of-distribution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Distribution shift: Real world changes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Graceful degradation: Admit uncertainty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Stress testing: Extreme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Microsoft Tay: Racist chatbot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COMPAS: Biased recidivism prediction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Google Photos: Labeled Black people as gorillas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Criminal justice algorithms: Life consequences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Safety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Diverse teams: Different perspectives catch bias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Bias testing: Before deployment (mandatory)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External audit: Independent review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Continuous monitoring: Post-deployment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Transparency: Document everything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Alignment &amp;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Whose values does system reflect?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Specification gaming: AI finds loopholes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Merit vs diversity: Sometimes conflict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Stakeholder input: Get everyone's perspective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Design Safety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Identify biases in your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Design fairness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Plan red teaming strategy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Create explainability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1. Safety is business critical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2. Bias is everywhere and subtle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3. Fairness requires definition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4. Testing is mandatory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5. Transparency builds trust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6. Alignment takes effort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11: Advanced 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