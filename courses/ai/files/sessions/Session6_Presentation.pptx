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Fine-Tuning &amp; Specialization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Teaching LLMs Your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Session 6 of 12 |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What is Fine-Tuning?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Fine-Tuning vs RAG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When to Fine-Tune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How Fine-Tuning Works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Data Preparation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Training Process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Evaluation &amp; Metrics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Real-World Examples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RAG + Fine-Tuning Combined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Lab: Create Training Data (12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What is Fine-Tuning?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Training a pre-trained model on domain-specific examples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Analogy: Educated person → Specialized through focused study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Result: Model behaves differently, specialized for your domain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Fine-tuning vs Prompting: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Prompting: Tell model each time what you want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Fine-tuning: Model learns from examples, just 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Fine-Tuning vs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RAG: Retrieve documents, ground in context (external)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When: Knowledge changes often, need citations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Fine-tuning: Train on examples, bake into model (internal)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When: Patterns stable, need speed, have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BOTH: Specialized model + fresh context (best)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When: Domain is specialized AND knowledge changes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Example: Medical AI fine-tuned on cases + retrieves latest 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When to Fine-Tune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Decision framework: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✓ Have 100+ examples? (need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✓ Domain distinct from general? (need specialization)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✓ Speed critical? (fine-tuning faster than RAG)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✓ Knowledge stable? (don't need constant retraining)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If yes to all: FINE-TUNE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Otherwise: Prompting or RAG might be enough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How Fine-Tuning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1. Forward pass: Model reads input, predicts 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2. Calculate loss: How wrong was prediction?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3. Backward pass: Calculate gradients (which weights to change?)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4. Update weights: Adjust slightly toward correct answer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5. Repeat: Do this for all examples, multiple epochs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Result: Model weights optimized for your domain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Learning rate: How much to adjust (too much = oversh...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Data Preparation (80% of the 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Format: JSONL (each line is one example)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{"prompt": "...", "completion": "..."}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Quality checklist: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□ 100+ examples (more is better)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□ No duplicates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□ No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□ Normalized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□ Diverse examples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□ 80% training / 20% validation split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Training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Tools: OpenAI API, Hugging Face, LitGPT, etc.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OpenAI workflow: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1. Upload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2. OpenAI trains (1-4 hours typical)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3. Monitor: Loss decreasing? Overfitting?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4. Evaluate on test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5. Deploy if better than 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Cost: ~$1.50 to train, $0.03 per query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Evaluation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Split: Training 80% / Validation 20% / Test (new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Metrics: Accuracy, BLEU, ROUGE, custom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Human evaluation: Expert rates outputs 1-5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Success: Fine-tuned &gt;&gt; Base model on test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Example: Base 72% accuracy → Fine-tuned 85%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Real-World: Companies Using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OpenAI: Customer service bots trained on company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Legal Tech: Trained on 50K+ cases for legal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Medical AI: Trained on clinical cases for diagnostics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Content Moderation: Trained on platform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Recruitment: Trained on candidate-job matches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Pattern: All have sufficient data, distinct domain,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clear ROI, rigorous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RAG + Fine-Tuning = Maximum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Fine-tuning: Learned specialization (fast, stable)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RAG: Current documents (fresh, citable)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Combined: Specialized reasoning + current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Example (Medical):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Fine-tuned on 100K cases (learned diagnosis patterns)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RAG retrieves latest research (current evidence)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Together: Expert-level diagnosis with current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Lab: Create Training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1: Generate 20-30 prompt-completion pairs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2: Format as JSONL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3: Quality check (correctness, diversity)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4: Split 80% train / 20%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5: Estimate costs &amp; expected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6: Compare: Fine-tuning vs RAG vs Prompting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Deliverables: Dataset, JSONL format, quality assessment,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cost estimate, comparison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Session 6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1. Fine-tuning teaches model your domain through examples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2. NOT default choice—evaluate data, domain, speed, stability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3. Data preparation is 80% of the 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4. Evaluation determines success (metrics matter)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5. Combine with RAG for maximum power (specialized + fresh)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6. Real companies do this—billion-dollar applications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Session 7: Evaluation &amp;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Measure AI system performance systematically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Create evaluation benchmarks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Run A/B tests and statistical significance testing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Build evaluation frameworks for your domain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