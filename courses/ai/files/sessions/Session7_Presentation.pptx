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Evaluation &amp;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Measuring What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7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Why Evaluation Matters (5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Evaluation Framework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Key Metrics for AI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Human Evaluation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Automatic Metrics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A/B Testing &amp; Significance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Benchmark Datasets (5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Real-World Examples (8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Continuous Monitoring (5 min)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• Lab: Evaluate Your System (12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Evaluation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Amazon hiring AI: Biased against women (not evaluated)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Healthcare AI: 95% internal accuracy, 72% on real patients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Customer service bot: Metrics down, satisfaction up (wrong metrics)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Lesson: Rigorous evaluation prevents disaster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Building trust requires data, not assumption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Goal → Metrics → Data → Evaluation → Results → Decisions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1. Define goal (specific, measurable)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2. Choose metrics (multiple perspectives)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3. Gather test data (representative, diverse)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4. Establish baseline (simple approach)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5. Evaluate system (compare to baseline)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6. Analyze &amp; decide (rigorous reasoning)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Metrics: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Accuracy: % correct overall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Precision: Of positive predictions, % actually positive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Recall: Of actual positives, % found by system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F1: Balance of precision and recall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ROC/AUC: Visualize tradeoff across thresholds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Confusion matrix: Full picture of all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Metrics: Ranking &amp;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Ranking: NDCG, MRR (order matters)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Generation: BLEU, ROUGE (word overlap)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Semantic similarity: Embeddings (meaning)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Rule: 3-5 metrics, not just one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Domain-specific metrics matter most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Choose metrics BEFORE running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Human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When: Subjective tasks, high cost of errors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Process: (1) Define criteria, (2) Create guidelines,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(3) Select evaluators, (4) Evaluate sample,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(5) Measure agreement (Kappa), (6) Analyze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Cost: $1-50 per item depending on expertise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Best practice: Combine human + automatic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Automatic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Advantages: Scale, speed, objectivity, cost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Disadvantages: Might not capture what matters,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can be gamed, miss edge cases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Implementation: Classification, ranking, generation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Validation: Compare automatic vs human agreement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Metric gaming: Use multiple metrics, can't game 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A/B Testing &amp; Statistical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Question: Is improvement real or random chance?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A/B test: Null hypothesis vs alternative hypothesis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Metrics: Decide BEFORE running test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Traffic split: Control (old) vs Treatment (new)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P-value &lt; 0.05: Statistically significant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P-value &gt;= 0.05: Likely random (don't ship)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Building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Characteristics: Representative, diverse, labeled correctly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No leakage (separate from training)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Public benchmarks: Standard, reproducible, limited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Proprietary benchmarks: Realistic, domain-specific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Best: Use both (develop on public, optimize on proprietary)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Size: Minimum 500, good 1000+, excellent 5000+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Google Search: 150K queries, human raters, automatic metrics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OpenAI: Academic benchmarks + professional exams + safety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Medical AI: Clinical trial format, differential performance analysis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Content Moderation: Recall 92% hate speech, 45% misinformation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Hiring Platform: Precision/recall + demographic parity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Continuous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Deployment ≠ End. Systems degrade over time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Data drift: Real-world distribution changes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Concept drift: Problem itself changes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Monitor: Monthly metrics on new data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Alert thresholds: Drop &gt; 5%, demographic shift &gt; 3%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Retrain: When metrics degrade significantly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Automate: Monitoring + offline retraining + human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Evaluate Rigorously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Step 1: Create benchmark (20-30 labeled examples)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Step 2: Establish baseline (random classifier)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Step 3: Evaluate your system (calculate metrics)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Step 4: Statistical test (calculate p-value)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Step 5: Analyze results (real or random?)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Step 6: Report findings rigorously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Session 7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1. Evaluation is non-negotiable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2. Systematic framework beats ad-hoc testing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3. Multiple metrics required (no single metric)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4. Combine human judgment + automatic metrics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5. Statistical significance is essential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>
                <a:solidFill>
                  <a:srgbClr val="3F3F3F"/>
                </a:solidFill>
              </a:defRPr>
            </a:pPr>
            <a:r>
              <a:t>6. Monitoring never stops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Session 8: Scaling &amp;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From laboratory to reality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Scaling infrastructure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Safe deployment strategies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From 1 user to 1 million without losing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