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Real-World Case Studies &amp;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From Theory to Production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0F0"/>
                </a:solidFill>
              </a:defRPr>
            </a:pPr>
            <a:r>
              <a:t>Session 12 of 12 |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Why Case Studies Matter (3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Netflix Recommendation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Google Search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OpenAI GPT Development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Medical AI Diagnosis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Autonomous Driving (8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Lessons Learned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Complete System Design (5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Capstone Project (3 min)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• AI Engineering Career (5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Case Studies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Learn from production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Netflix: Personalization at scale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Google: Ranking + latency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OpenAI: Foundation models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Medical: High-stakes accuracy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Autonomous: Safety critical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Case Study 1: Netflix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250M users, 10K titles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Goal: Which to recommend to each user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Evolution: Collab → content-based → deep learning → bandits → context-aware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Multi-armed bandits: Explore new, exploit known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Impact: 5-10% engagement increase = hundreds of millions in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Case Study 2: Google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8.5B searches/day, &lt;100ms latency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Challenge: Rank billions of pages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Solution: Multi-stage ranking + caching + pre-computation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Hundreds of signals feed ML ranking model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Latency critical: +100ms = -1-2% traffic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Case Study 3: OpenAI GPT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Scaling laws: More data + params + compute = better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GPT-1 → GPT-2 → GPT-3 (175B) → GPT-4 (1.7T)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Training: 300B tokens, months on TPUs, tens of millions cost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RLHF: Humans rate responses, model learns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Impact: Foundation models. Every AI system builds on these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Case Study 4: Medical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High stakes: Mistakes = patient harm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Chest X-ray diagnosis: 95% lab, 87% real hospital (domain shift!)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Challenges: Data private, datasets small, fairness critical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Solution: Model alerts radiologist, radiologist decides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Fairness: Equal performance across men/women, ages, races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Case Study 5: Autonomous Driving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Safety critical: One mistake = crash = death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Architecture: Perception → Prediction → Planning →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Edge computing: On-device inference (no cloud latency)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Multiple models voting: Redundancy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Deployment: Beta → gradual rollout → continuous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1. Start simple, iterate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2. Measure everything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3. Real-world ≠ lab (domain shift)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4. Fairness + safety critical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5. Data is everything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6. Combine techniques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7. Hire smart people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8. Long-term commitment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Complete System Design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1. Understand problem (goal + metrics)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2. Define constraints (budget, latency, scale)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3. Choose architecture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4. Collect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5. Build baseline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6. Improve incrementally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7. Test thoroughly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8. Monitor continuously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9. Iterate forever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Design production-ready hiring AI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8 components: Problem, constraints, architecture, data, evaluation, deployment, monitoring, scaling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Complete system from Sessions 1-11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Your chance to design real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 Engineering Career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Paths: Research, Product, Engineering, Safety, Entrepreneurship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Next skills: Systems design, deployment, DevOps, domain expertise, leadership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Opportunities: Exploding field, shortage of talent, massive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Next steps: Keep learning, build projects, contribute open source, network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5090"/>
          </a:solidFill>
          <a:ln>
            <a:solidFill>
              <a:srgbClr val="2E5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tIns="91440" lIns="36576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1. AI is not magic—math, data, engineering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2. Real systems messy, production is constraints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3. Data 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4. Simple often wins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5. Fairness/safety non-negotiable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6. Scaling is hard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7. Iteration key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3F3F3F"/>
                </a:solidFill>
              </a:defRPr>
            </a:pPr>
            <a:r>
              <a:t>8. People matter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You're Now an AI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E6F0FA"/>
                </a:solidFill>
              </a:defRPr>
            </a:pPr>
            <a:r>
              <a:t>Build responsibly. The future awaits.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