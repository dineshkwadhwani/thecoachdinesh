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Grounding AI in Real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5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The Hallucination Problem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What is RAG?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How Retrieval Works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Embeddings &amp; Similarity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Prompting with Context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Real-World RAG Systems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Citations &amp; Verification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Building RAG Pipelines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Lab: Build Resume RAG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Hallucination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LLMs confidently state false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Why: Pattern-matchers, not fact-checkers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Real consequences: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Lawyer cites non-existent case law → sanctions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Doctor gets wrong treatment advice → patient harm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Company spreads misinformation → trust lost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Solution: Ground AI in real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Retrieval-Augmented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Process: Question → Retrieve relevant docs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Add docs to prompt → LLM answers based on 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Result: Answers are grounded, citable, verifiable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Three components: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1) Knowledge base (your documents)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2) Retrieval system (find relevant docs)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3) Prompting strategy (answer based on context)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Retrieval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Three approaches: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Keyword Search: Find docs containing question keywords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Pro: Fast  Con: Misses semantic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Semantic Search: Find docs with similar meaning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Pro: Understands intent  Con: Requires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Hybrid: Keyword + Semantic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Best of both: precision +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Embeddings &amp;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Embedding: Text converted to numerical vector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Example: 'Data scientist' → [0.25, -0.81, 0.42, ...]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Similarity: How close are two embeddings?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High similarity = related meaning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Vector Databases: Store &amp; search millions fast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Tools: Pinecone, Weaviate, Milvus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Application: Semantic search at massive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Prompting with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Template: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'Answer based ONLY on context. If not in context,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say you don't know. Always cite sources.'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Example: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Context: [resume section with experience]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Question: 'What was Priya's most recent job?'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Answer: 'Senior Data Analyst at TechCorp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(Source: Resume, Experience section)'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RAG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Bing Chat: Retrieves web pages, grounds answers in today's news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GitHub Copilot: Retrieves docs, generates code from real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Legal Tech: Retrieves case law, generates legal analysis with citations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Medical AI: Retrieves peer-reviewed research, cites studies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Enterprise Search: Retrieves internal docs, generates direct answers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Citations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Direct quotes: Exact source text (most precise)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Paraphrasing: Summary + attribution (more natural)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Best practice: Hybrid (quotes for facts, paraphrase for background)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Verification checklist: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□ Source exists?  □ Supports claim?  □ Accurate interpretation?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RAG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Document Ingestion → 2. Processing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Embedding → 4. Vector Storage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Retrieval → 6. Prompt Construction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7. LLM Generation → 8. Post-processing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Simple RAG: Runs sequentially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Production RAG: Monitoring, caching, re-ranking, feedback loops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Cost: $50-200/month for small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Build Your Resume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1: Create knowledge base from resume sections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2: Create retrieval mechanism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3: Ask questions, retrieve relevant sections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4: LLM answers with citations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5: Compare RAG vs non-RAG answers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Deliverables: Knowledge base, retrieval, test questions,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comparison, reflection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5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Hallucinations are fundamental to LLMs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RAG solves this by grounding in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Retrieval is the hard part, not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Embeddings power modern semantic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Citations make output verifiable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6. RAG is already everywhere in production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3748" y="1828800"/>
            <a:ext cx="92114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400" dirty="0"/>
              <a:t>Session 6: Fine-Tuning &amp;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Teach LLM your domain through examples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RAG + Fine-tuning = powerful combination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When to fine-tune (and when not to)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Evaluating if fine-tuning actually helps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693</Words>
  <Application>Microsoft Macintosh PowerPoint</Application>
  <PresentationFormat>On-screen Show (4:3)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Wadhwani</cp:lastModifiedBy>
  <cp:revision>2</cp:revision>
  <dcterms:created xsi:type="dcterms:W3CDTF">2013-01-27T09:14:16Z</dcterms:created>
  <dcterms:modified xsi:type="dcterms:W3CDTF">2026-07-08T12:18:55Z</dcterms:modified>
  <cp:category/>
</cp:coreProperties>
</file>