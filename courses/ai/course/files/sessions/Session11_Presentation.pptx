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Advanced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0FA"/>
                </a:solidFill>
              </a:defRPr>
            </a:pPr>
            <a:r>
              <a:t>Cutting-Edge AI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Session 11 of 12 |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Why Advanced Architectures Matter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Transformer Deep Dive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Attention Mechanisms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Mixture of Experts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Multi-Modal Learning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Vision Transformers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Cross-Attention &amp; Fusion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Parameter Efficiency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Real-World Architectures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Choosing Architectures (5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Why Advanced Architectures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Transformers: 100x better parallelization than RNNs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GPT-3 (175B) → GPT-4 (1.7T with MoE)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Attention: Focus on relevant context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Mixture of Experts: Scale to trillions efficiently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Multi-modal: Combine text, images, audio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Transformer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Embedding → Positional Encoding → Self-Attention → Feed-forward (×12-96 layers)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Encoder (BERT): Bidirectional attention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Decoder (GPT): Unidirectional, left-to-right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Why: Parallelizable, long-range context, scales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Attention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Scaled dot-product: Query, Key, Value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Multi-head attention: 8-96 heads, different aspects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Cross-attention: Query from one, Key/Value from another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Why: Long-range dependencies, interpretability, scaling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Mixture of Experts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Sparse conditional computation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Router selects top-K experts per token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Google Switch: 1.6T params, 2 active per token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GPT-4 rumored: 8 experts, 2 active = 1.76T effective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Multi-Modal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Text + Images + Audio combined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CLIP: Image-text alignment in shared embedding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GPT-4V: Multi-modal understanding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Cross-attention: Modalities attend to each other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Vision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Split image into patches, apply transformer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ViT-L (300M) &gt; ResNet-152 (60M) on ImageNet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Attention enables global context from start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Scales better than CNNs with more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Cross-Attention &amp;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Different sequences attend to each other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Example: Image caption generation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Fusion strategies: Concatenation, addition, multiplication, attention-based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Best: Attention-based or learned fusion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Parameter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LoRA: Low-rank adaptation (10K-100K trainable)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Adapters: Small trainable modules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Quantization: 8-bit or 4-bit weights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Combinations: Distillation + Quantization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Real-World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GPT-4: Mixture of experts, multi-modal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Claude: Multi-query attention, constitutional 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Gemini: Multi-modal from ground up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Llama: Open-source, efficient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Mistral: Sparse mixture of experts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Choosing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Unlimited budget? GPT-4 scale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Limited budget? Llama 7B + LoRA + quantize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Multi-modal needed? Add vision transformer + cross-attention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Edge deployment? Small model + MoE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Lab: Design Advanced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Choose architecture for hiring 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Multi-modal? Mixture of experts?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Design rationale &amp; data flow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Efficiency &amp; cost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1. Transformers revolutionized NLP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2. Attention enables long-range dependencies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3. Mixture of experts scales efficiently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4. Multi-modal is the future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5. Parameter efficiency critical for deployment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6. Right architecture depends on constraints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Session 12: Real-World Case Studies &amp;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