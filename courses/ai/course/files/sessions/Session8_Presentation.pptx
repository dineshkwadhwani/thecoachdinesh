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Scaling &amp;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From Lab to Billions of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8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Why Scaling Is Hard (5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Infrastructure Architecture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Deployment Strategies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Canary &amp; Blue-Green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Monitoring at Scale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Handling Failures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Real-World Scaling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Cost &amp; Optimization (5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Team &amp; Processes (5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Lab: Design Deployment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Scaling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Latency becomes critical: 100ms vs 1000ms matters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Cascading failures: One breaks, everything breaks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Edge cases become common: Thousands per day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Performance degrades: Predictable as scale increases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Cost explodes: 10x users ≠ 10x cost, but close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Consistency impossible: Must accept eventual consistency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Debugging impossible: Must debug statistically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Blast radius critical: One bug affects millions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Infrastructure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Load balancer: Routes traffic across servers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Web servers: Handle requests (100-1000s)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Database: Persistent storage (replicated, sharded)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Cache: Fast temporary storage (Redis, Memcached)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Message queues: Decouple components (Kafka)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Monitoring: Logs, metrics, traces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Security: Firewalls, encryption, auth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Redundancy at every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Deployment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All-at-once: Fast, risky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Rolling: Medium speed, medium risk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Canary: Slow, low risk (route 1% → 5% → 100%)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Blue-green: Medium speed, low risk, high cost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A/B test: Slow, very low risk (measure impact)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Best practice: Combination (canary + rollback)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Canary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Route 1% traffic to new version for 30 min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If metrics good: Expand to 5% for 30 min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If still good: 50% for 1 hour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If all good: 100% rollout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Monitor 24 hours post-deployment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Pass/fail criteria: Error rate, latency, saturation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Blue-Green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Maintain two identical production environments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Blue: Current (all traffic)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Green: New (no traffic, being tested)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Automated tests on Green: 25 minutes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Smoke test with 1% traffic: 5 minutes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If all good: Instant switch (milliseconds)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If problems: Instant switch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Monitoring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Golden signals: Latency, traffic, errors, saturation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Alerts: Page when error &gt; 1%, latency &gt; 2s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On-call rotation: Someone always responsible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Dashboard: Visual health status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Tracing: Follow request through all services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Incident response: Page → investigate → fix → learn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Handling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Circuit breaker: Stop requests to failing service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Graceful degradation: Give partial service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Bulkheads: Isolate failures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Exponential backoff: Retry with delays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Timeouts: Don't wait forever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Rate limiting: Protect from overwhelming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Google: 100K searches/second, latency &lt; 100ms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Netflix: 250M users, personalized recommendations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Uber: 100M users, real-time driver matching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Meta: 3B users, feed ranking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Tesla: 4M cars, edge 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Cost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Infrastructure: $50-100K/month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Data &amp; storage: $20K/month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Bandwidth: $15K/month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People: $200K+/month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Total: $300K-500K/month for 1M requests/day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Optimizations: Caching (50% savings), batching, model compression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Team &amp;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Small: 3 people, everyone knows everything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Medium: 15 people, organized by component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Large: 100+ people, specialized teams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On-call: Rotations, rapid response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Incident management: Blameless post-mortems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Change management: Code review → test → deploy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Design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Design architecture for 1M users, 100K requests/day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Choose deployment strategy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Plan monitoring metrics and alerts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Describe 3 failure scenarios and responses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Estimate monthly costs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Propose optimizations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Design team 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Session 8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1. Lab and production are fundamentally different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2. Architecture must handle scale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3. Deployment risk vs speed tradeoff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4. Monitoring is continuous vigilance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5. Failures are inevitable; handling is design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6. Scale requires organizational growth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Session 9: Advanced Techniques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Multi-armed bandits for A/B testing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Online learning and model updates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Federated learning for privacy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Model distillation and compression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