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rPr lang="en-US" sz="2800" b="1"/>
              <a:t>AI for Working Professionals</a:t>
            </a:r>
            <a:endParaRPr lang="en-US" sz="2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Working Professionals</dc:title>
  <dc:creator>The Coach Dinesh</dc:creator>
  <cp:lastModifiedBy>The Coach Dinesh</cp:lastModifiedBy>
  <dcterms:created xsi:type="dcterms:W3CDTF">2026-10-05T00:00:00Z</dcterms:created>
  <dcterms:modified xsi:type="dcterms:W3CDTF">2026-10-05T00:00:00Z</dcterms:modified>
</cp:coreProperties>
</file>